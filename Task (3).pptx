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A667E4-1529-45E9-94AA-CF5728D40F92}">
          <p14:sldIdLst>
            <p14:sldId id="256"/>
            <p14:sldId id="257"/>
            <p14:sldId id="259"/>
            <p14:sldId id="263"/>
            <p14:sldId id="264"/>
            <p14:sldId id="265"/>
            <p14:sldId id="266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8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8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6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4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8/11/2021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9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8/11/2021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8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8/11/2021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1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1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826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9403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9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42464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697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7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5F0EC2A4-F0BE-441F-B330-F82599930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11174" b="9237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41" name="Isosceles Triangle 18">
            <a:extLst>
              <a:ext uri="{FF2B5EF4-FFF2-40B4-BE49-F238E27FC236}">
                <a16:creationId xmlns:a16="http://schemas.microsoft.com/office/drawing/2014/main" id="{3167F201-EA3A-41F3-8305-5985A44A9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Parallelogram 20">
            <a:extLst>
              <a:ext uri="{FF2B5EF4-FFF2-40B4-BE49-F238E27FC236}">
                <a16:creationId xmlns:a16="http://schemas.microsoft.com/office/drawing/2014/main" id="{FFD44D11-B1C5-420A-9591-370DC8BA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22">
            <a:extLst>
              <a:ext uri="{FF2B5EF4-FFF2-40B4-BE49-F238E27FC236}">
                <a16:creationId xmlns:a16="http://schemas.microsoft.com/office/drawing/2014/main" id="{9FF46BC6-C78D-47E7-87CF-A1DD38B02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24">
            <a:extLst>
              <a:ext uri="{FF2B5EF4-FFF2-40B4-BE49-F238E27FC236}">
                <a16:creationId xmlns:a16="http://schemas.microsoft.com/office/drawing/2014/main" id="{BE3C958F-F320-49F4-9AB7-FD2F51A77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23">
            <a:extLst>
              <a:ext uri="{FF2B5EF4-FFF2-40B4-BE49-F238E27FC236}">
                <a16:creationId xmlns:a16="http://schemas.microsoft.com/office/drawing/2014/main" id="{1C4DC544-6AEA-484E-A978-32384E2F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A1F1470C-B594-449D-A8CD-EB7BC156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Isosceles Triangle 30">
            <a:extLst>
              <a:ext uri="{FF2B5EF4-FFF2-40B4-BE49-F238E27FC236}">
                <a16:creationId xmlns:a16="http://schemas.microsoft.com/office/drawing/2014/main" id="{B809F8B1-FE88-427F-98C6-1B8CFED8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332B2-1700-4242-8C7D-059EB571A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4200" y="1678665"/>
            <a:ext cx="4569803" cy="2369131"/>
          </a:xfrm>
        </p:spPr>
        <p:txBody>
          <a:bodyPr>
            <a:normAutofit/>
          </a:bodyPr>
          <a:lstStyle/>
          <a:p>
            <a:r>
              <a:rPr lang="en-IN" dirty="0"/>
              <a:t>Report of Task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F9C6F-9705-4FAE-8AF5-8AC319854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64" y="4050832"/>
            <a:ext cx="4573037" cy="1096899"/>
          </a:xfrm>
        </p:spPr>
        <p:txBody>
          <a:bodyPr>
            <a:normAutofit/>
          </a:bodyPr>
          <a:lstStyle/>
          <a:p>
            <a:r>
              <a:rPr lang="en-IN"/>
              <a:t>by </a:t>
            </a:r>
          </a:p>
          <a:p>
            <a:r>
              <a:rPr lang="en-IN"/>
              <a:t>Shubham Kashyap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2050D290-680D-48D7-9488-498F59E54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9" name="Rectangle 28">
            <a:extLst>
              <a:ext uri="{FF2B5EF4-FFF2-40B4-BE49-F238E27FC236}">
                <a16:creationId xmlns:a16="http://schemas.microsoft.com/office/drawing/2014/main" id="{E8C81616-E276-41D8-92C5-1C891FE99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86BBDB21-2BF1-4C2F-A790-19FBC789C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Isosceles Triangle 38">
            <a:extLst>
              <a:ext uri="{FF2B5EF4-FFF2-40B4-BE49-F238E27FC236}">
                <a16:creationId xmlns:a16="http://schemas.microsoft.com/office/drawing/2014/main" id="{E78FF87C-9F4A-4F75-998D-3ECB6543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215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9252F2-083C-4E83-B2B8-2175D858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816638"/>
            <a:ext cx="3043950" cy="5224724"/>
          </a:xfrm>
        </p:spPr>
        <p:txBody>
          <a:bodyPr anchor="ctr">
            <a:normAutofit/>
          </a:bodyPr>
          <a:lstStyle/>
          <a:p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Title: 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Cross Site Scripting</a:t>
            </a:r>
            <a:b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6AAA76-FB77-4FB5-9A21-83CD9BB1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858" y="69574"/>
            <a:ext cx="5466506" cy="69673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IN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Domain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 vulnweb.com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IN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Subdomain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 testasp.vulnweb.com/Search.asp</a:t>
            </a: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Steps: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1: Visit http://testasp.vulnweb.com/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2: On the top menu you will find a search option.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3: Click on it and you will be prompted with the Search box.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4: You can intercept the request in Burp Suite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5: Now you can find different payloads for XSS. 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6: Send the request to the intruder and paste all the payloads.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7: Try to find a successful payload for XSS.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Step 8: Prepare a report for it.</a:t>
            </a:r>
          </a:p>
        </p:txBody>
      </p:sp>
    </p:spTree>
    <p:extLst>
      <p:ext uri="{BB962C8B-B14F-4D97-AF65-F5344CB8AC3E}">
        <p14:creationId xmlns:p14="http://schemas.microsoft.com/office/powerpoint/2010/main" val="65531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06AABB0-40B8-4AF2-BED6-7C74FD03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IN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Impact</a:t>
            </a: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Cross Site Scripting can lead to session hijacking to credential theft and other security vulnerabilities.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IN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IN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Prevention: 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Validate to catch potentially malicious user-provided input.</a:t>
            </a:r>
          </a:p>
          <a:p>
            <a:pPr marL="457200">
              <a:lnSpc>
                <a:spcPct val="90000"/>
              </a:lnSpc>
              <a:spcAft>
                <a:spcPts val="800"/>
              </a:spcAft>
            </a:pP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Encode output to prevent potentially malicious user-provided data from triggering automatic load-and-execute behaviour by a browser.</a:t>
            </a: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endParaRPr lang="en-IN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90000"/>
              </a:lnSpc>
            </a:pPr>
            <a:endParaRPr lang="en-IN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539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64DCDF-A350-4089-BFD8-E94AC2B94CE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098"/>
          <a:stretch/>
        </p:blipFill>
        <p:spPr bwMode="auto">
          <a:xfrm>
            <a:off x="-3176" y="-1"/>
            <a:ext cx="12192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303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D15FD29-1AE5-44EC-A3BB-F65BBE9053BF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284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58BA778-D489-4DEB-A11C-65732D56273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665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630438D-F42A-4A0C-9630-C41AB7AE2118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3169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13AFA7-35CF-48CC-852F-EF915226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410E113-6036-437E-A34A-7B67E7A51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706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Report of Task 2</Template>
  <TotalTime>4</TotalTime>
  <Words>179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Report of Task 3</vt:lpstr>
      <vt:lpstr>Title: Cross Site Scripting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of Task 3</dc:title>
  <dc:creator>Shubham Kashyap</dc:creator>
  <cp:lastModifiedBy>Shubham Kashyap</cp:lastModifiedBy>
  <cp:revision>1</cp:revision>
  <dcterms:created xsi:type="dcterms:W3CDTF">2021-08-11T11:45:06Z</dcterms:created>
  <dcterms:modified xsi:type="dcterms:W3CDTF">2021-08-11T11:52:27Z</dcterms:modified>
</cp:coreProperties>
</file>